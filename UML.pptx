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39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37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71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657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08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69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860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1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68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55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741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4304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300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690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720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490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67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8E57CC3-1316-4B90-A527-D75EB5851C66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D024E-BF93-4DE5-BA03-A06642477C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98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20840-A9D4-4577-ABF2-6E9DAB25A4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Тема:</a:t>
            </a:r>
            <a:br>
              <a:rPr lang="ru-RU" dirty="0"/>
            </a:br>
            <a:r>
              <a:rPr lang="ru-RU" dirty="0"/>
              <a:t>Построение UML-диаграмм.</a:t>
            </a:r>
            <a:br>
              <a:rPr lang="ru-RU" dirty="0"/>
            </a:br>
            <a:r>
              <a:rPr lang="ru-RU" dirty="0"/>
              <a:t>«Библиотека»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52412C-51EF-4321-B04D-281EB2A0C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</a:t>
            </a:r>
          </a:p>
          <a:p>
            <a:pPr algn="r"/>
            <a:r>
              <a:rPr lang="ru-RU" dirty="0"/>
              <a:t>Студент группы пр-41</a:t>
            </a:r>
          </a:p>
        </p:txBody>
      </p:sp>
    </p:spTree>
    <p:extLst>
      <p:ext uri="{BB962C8B-B14F-4D97-AF65-F5344CB8AC3E}">
        <p14:creationId xmlns:p14="http://schemas.microsoft.com/office/powerpoint/2010/main" val="170008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D2B70-AFD9-4F02-8E0B-40AD926F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BC1B64-2CA2-419B-8EA4-162D4C4F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797" y="2097994"/>
            <a:ext cx="8946541" cy="2351657"/>
          </a:xfrm>
        </p:spPr>
        <p:txBody>
          <a:bodyPr/>
          <a:lstStyle/>
          <a:p>
            <a:r>
              <a:rPr lang="ru-RU" dirty="0"/>
              <a:t>Библиотека – это учреждение культуры, организующее сбор, хранение и общественное пользование произведениями печати и другими документами. Библиотеки систематически занимаются сбором, хранением, пропагандой и выдачей читателям произведений печати, а также информационно-библиографической работой, являются общедоступным источником знаний и основной базой для самообразования.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31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CDF31-47F0-43EA-A3CF-28B093B8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Ключевые субъекты и атрибуты: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75096B-EE28-4556-9309-08737F887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55313"/>
            <a:ext cx="5188018" cy="3438659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Читатель</a:t>
            </a:r>
            <a:endParaRPr lang="ru-RU" sz="1800" dirty="0"/>
          </a:p>
          <a:p>
            <a:pPr lvl="1"/>
            <a:r>
              <a:rPr lang="ru-RU" dirty="0"/>
              <a:t>Может искать книги в каталоге</a:t>
            </a:r>
          </a:p>
          <a:p>
            <a:pPr lvl="1"/>
            <a:r>
              <a:rPr lang="ru-RU" dirty="0"/>
              <a:t>Регистрироваться в библиотеке</a:t>
            </a:r>
          </a:p>
          <a:p>
            <a:pPr lvl="1"/>
            <a:r>
              <a:rPr lang="ru-RU" dirty="0"/>
              <a:t>Брать книги</a:t>
            </a:r>
          </a:p>
          <a:p>
            <a:pPr lvl="1"/>
            <a:r>
              <a:rPr lang="ru-RU" dirty="0"/>
              <a:t>Читать книги в здании библиотеки</a:t>
            </a:r>
          </a:p>
          <a:p>
            <a:pPr lvl="1"/>
            <a:r>
              <a:rPr lang="ru-RU" dirty="0"/>
              <a:t>Продлевать срок возврата книги</a:t>
            </a:r>
          </a:p>
          <a:p>
            <a:pPr lvl="1"/>
            <a:r>
              <a:rPr lang="ru-RU" dirty="0"/>
              <a:t>Бронировать книги</a:t>
            </a:r>
          </a:p>
          <a:p>
            <a:pPr lvl="1"/>
            <a:r>
              <a:rPr lang="ru-RU" dirty="0"/>
              <a:t>Возвращать книги</a:t>
            </a:r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2055ACE-379C-4E74-83BD-C7F7C5328375}"/>
              </a:ext>
            </a:extLst>
          </p:cNvPr>
          <p:cNvSpPr txBox="1">
            <a:spLocks/>
          </p:cNvSpPr>
          <p:nvPr/>
        </p:nvSpPr>
        <p:spPr>
          <a:xfrm>
            <a:off x="6096000" y="1455313"/>
            <a:ext cx="5188018" cy="343865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dirty="0"/>
              <a:t>Библиотекарь</a:t>
            </a:r>
          </a:p>
          <a:p>
            <a:pPr lvl="1"/>
            <a:r>
              <a:rPr lang="ru-RU" dirty="0"/>
              <a:t>Обслуживает читателей</a:t>
            </a:r>
          </a:p>
          <a:p>
            <a:pPr lvl="1"/>
            <a:r>
              <a:rPr lang="ru-RU" dirty="0"/>
              <a:t>Управляет читательскими учетными записями</a:t>
            </a:r>
          </a:p>
          <a:p>
            <a:pPr lvl="1"/>
            <a:r>
              <a:rPr lang="ru-RU" dirty="0"/>
              <a:t>Проверяет наличие задолженностей и штрафов у читателя</a:t>
            </a:r>
          </a:p>
          <a:p>
            <a:pPr lvl="1"/>
            <a:r>
              <a:rPr lang="ru-RU" dirty="0"/>
              <a:t>Управляет бронью на книги</a:t>
            </a:r>
          </a:p>
          <a:p>
            <a:pPr lvl="1"/>
            <a:r>
              <a:rPr lang="ru-RU" dirty="0"/>
              <a:t>Начисляет штрафы</a:t>
            </a:r>
          </a:p>
          <a:p>
            <a:pPr marL="457200" lvl="1" indent="0">
              <a:buNone/>
            </a:pPr>
            <a:endParaRPr lang="ru-RU" dirty="0"/>
          </a:p>
          <a:p>
            <a:r>
              <a:rPr lang="ru-RU" dirty="0"/>
              <a:t>Система библиотечного учета</a:t>
            </a:r>
          </a:p>
          <a:p>
            <a:pPr lvl="1"/>
            <a:r>
              <a:rPr lang="ru-RU" dirty="0"/>
              <a:t>Содержит всю информацию о книгах, состояниях</a:t>
            </a:r>
          </a:p>
          <a:p>
            <a:pPr lvl="1"/>
            <a:r>
              <a:rPr lang="ru-RU" dirty="0"/>
              <a:t>Ведет учет выданных книг и сроков их возврата</a:t>
            </a:r>
          </a:p>
        </p:txBody>
      </p:sp>
    </p:spTree>
    <p:extLst>
      <p:ext uri="{BB962C8B-B14F-4D97-AF65-F5344CB8AC3E}">
        <p14:creationId xmlns:p14="http://schemas.microsoft.com/office/powerpoint/2010/main" val="377578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A6C0A-AE78-4388-B33F-F04377787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прецедентов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978DE7C-B804-4F86-B412-15531C5FC27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369" y="1853248"/>
            <a:ext cx="9678473" cy="44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5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9AD2A-6B60-48F7-B532-47641F44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 "Выдача книги"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46F9ECD-1CA1-4B47-8117-1413EFAAF8E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309" y="2052637"/>
            <a:ext cx="10348175" cy="447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2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A82AA-D0A1-4337-84EA-827388F3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деятельности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5FACCC-8B67-498C-AF64-888601B45A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1621" y="1765972"/>
            <a:ext cx="7237927" cy="46393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48CC73-74DC-40FB-9607-E0C57404189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133121" y="1765972"/>
            <a:ext cx="3412768" cy="462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61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56E7B-28BB-489F-959E-290F28905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состояния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5E13DD8-46A3-434D-A4F7-13B0C7FCB31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1324" y="1981804"/>
            <a:ext cx="7289194" cy="430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64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DF41D-22BB-491A-B016-C7C4F55F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355" y="2790234"/>
            <a:ext cx="9404723" cy="140053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056139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</TotalTime>
  <Words>138</Words>
  <Application>Microsoft Office PowerPoint</Application>
  <PresentationFormat>Широкоэкранный</PresentationFormat>
  <Paragraphs>29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Ион</vt:lpstr>
      <vt:lpstr>Тема: Построение UML-диаграмм. «Библиотека»</vt:lpstr>
      <vt:lpstr>Введение</vt:lpstr>
      <vt:lpstr>Ключевые субъекты и атрибуты: </vt:lpstr>
      <vt:lpstr>Диаграмма прецедентов</vt:lpstr>
      <vt:lpstr>Диаграмма последовательности "Выдача книги"</vt:lpstr>
      <vt:lpstr>Диаграмма деятельности </vt:lpstr>
      <vt:lpstr>Диаграмма состояния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Тема:Построение UML-диаграмм «Библиотека»</dc:title>
  <dc:creator>st310-02</dc:creator>
  <cp:lastModifiedBy>st310-02</cp:lastModifiedBy>
  <cp:revision>2</cp:revision>
  <dcterms:created xsi:type="dcterms:W3CDTF">2025-11-11T03:31:18Z</dcterms:created>
  <dcterms:modified xsi:type="dcterms:W3CDTF">2025-11-11T03:39:59Z</dcterms:modified>
</cp:coreProperties>
</file>